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6f782b8feb40f3" /><Relationship Type="http://schemas.openxmlformats.org/officeDocument/2006/relationships/extended-properties" Target="/docProps/app.xml" Id="Rb8ebdd6da73b4501" /><Relationship Type="http://schemas.openxmlformats.org/officeDocument/2006/relationships/officeDocument" Target="/ppt/presentation.xml" Id="Ra7039ae28b6c42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a19c45178e4477"/>
  </p:sldMasterIdLst>
  <p:notesMasterIdLst>
    <p:notesMasterId xmlns:r="http://schemas.openxmlformats.org/officeDocument/2006/relationships" r:id="R880e8c646e544863"/>
  </p:notesMasterIdLst>
  <p:sldIdLst>
    <p:sldId xmlns:r="http://schemas.openxmlformats.org/officeDocument/2006/relationships" id="256" r:id="Re60536993fa44c77"/>
    <p:sldId xmlns:r="http://schemas.openxmlformats.org/officeDocument/2006/relationships" id="257" r:id="R6c6a819dbd76463c"/>
    <p:sldId xmlns:r="http://schemas.openxmlformats.org/officeDocument/2006/relationships" id="258" r:id="R12905572236243a6"/>
    <p:sldId xmlns:r="http://schemas.openxmlformats.org/officeDocument/2006/relationships" id="259" r:id="Rc46fe9d37c5d4174"/>
    <p:sldId xmlns:r="http://schemas.openxmlformats.org/officeDocument/2006/relationships" id="260" r:id="R4e5ec0bca27d4795"/>
    <p:sldId xmlns:r="http://schemas.openxmlformats.org/officeDocument/2006/relationships" id="261" r:id="Rbf5b28ec3c034579"/>
    <p:sldId xmlns:r="http://schemas.openxmlformats.org/officeDocument/2006/relationships" id="262" r:id="R5b04bb198cf141a3"/>
    <p:sldId xmlns:r="http://schemas.openxmlformats.org/officeDocument/2006/relationships" id="263" r:id="R7857e249c6c843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19c45178e4477" /><Relationship Type="http://schemas.openxmlformats.org/officeDocument/2006/relationships/theme" Target="/ppt/theme/theme1.xml" Id="Re9bf614e63cc453e" /><Relationship Type="http://schemas.openxmlformats.org/officeDocument/2006/relationships/notesMaster" Target="/ppt/notesMasters/notesMaster1.xml" Id="R880e8c646e544863" /><Relationship Type="http://schemas.openxmlformats.org/officeDocument/2006/relationships/presProps" Target="/ppt/presProps.xml" Id="R6b66c5e30e8b4afe" /><Relationship Type="http://schemas.openxmlformats.org/officeDocument/2006/relationships/viewProps" Target="/ppt/viewProps.xml" Id="Re0f857a08d424877" /><Relationship Type="http://schemas.openxmlformats.org/officeDocument/2006/relationships/tableStyles" Target="/ppt/tableStyles.xml" Id="R296a6ee1b974436f" /><Relationship Type="http://schemas.openxmlformats.org/officeDocument/2006/relationships/slide" Target="/ppt/slides/slide1.xml" Id="Re60536993fa44c77" /><Relationship Type="http://schemas.openxmlformats.org/officeDocument/2006/relationships/slide" Target="/ppt/slides/slide2.xml" Id="R6c6a819dbd76463c" /><Relationship Type="http://schemas.openxmlformats.org/officeDocument/2006/relationships/slide" Target="/ppt/slides/slide3.xml" Id="R12905572236243a6" /><Relationship Type="http://schemas.openxmlformats.org/officeDocument/2006/relationships/slide" Target="/ppt/slides/slide4.xml" Id="Rc46fe9d37c5d4174" /><Relationship Type="http://schemas.openxmlformats.org/officeDocument/2006/relationships/slide" Target="/ppt/slides/slide5.xml" Id="R4e5ec0bca27d4795" /><Relationship Type="http://schemas.openxmlformats.org/officeDocument/2006/relationships/slide" Target="/ppt/slides/slide6.xml" Id="Rbf5b28ec3c034579" /><Relationship Type="http://schemas.openxmlformats.org/officeDocument/2006/relationships/slide" Target="/ppt/slides/slide7.xml" Id="R5b04bb198cf141a3" /><Relationship Type="http://schemas.openxmlformats.org/officeDocument/2006/relationships/slide" Target="/ppt/slides/slide8.xml" Id="R7857e249c6c843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9c57be503443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bb670c79d74095" /><Relationship Type="http://schemas.openxmlformats.org/officeDocument/2006/relationships/notesMaster" Target="/ppt/notesMasters/notesMaster1.xml" Id="Rec4cc1c4c9d14c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48c151d004a24" /><Relationship Type="http://schemas.openxmlformats.org/officeDocument/2006/relationships/notesMaster" Target="/ppt/notesMasters/notesMaster1.xml" Id="Rbae81d08ce9648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ae5d8bb4d411e" /><Relationship Type="http://schemas.openxmlformats.org/officeDocument/2006/relationships/notesMaster" Target="/ppt/notesMasters/notesMaster1.xml" Id="R44465935615648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305848e58844f8" /><Relationship Type="http://schemas.openxmlformats.org/officeDocument/2006/relationships/notesMaster" Target="/ppt/notesMasters/notesMaster1.xml" Id="Rc65141052d36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7efd991694d58" /><Relationship Type="http://schemas.openxmlformats.org/officeDocument/2006/relationships/notesMaster" Target="/ppt/notesMasters/notesMaster1.xml" Id="Rc3b8f2aefc7a40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74c68533d241d3" /><Relationship Type="http://schemas.openxmlformats.org/officeDocument/2006/relationships/notesMaster" Target="/ppt/notesMasters/notesMaster1.xml" Id="R77c7bdd242aa42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5b1008b2574006" /><Relationship Type="http://schemas.openxmlformats.org/officeDocument/2006/relationships/notesMaster" Target="/ppt/notesMasters/notesMaster1.xml" Id="R2aff1dcfbc0642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82c425f6b142f2" /><Relationship Type="http://schemas.openxmlformats.org/officeDocument/2006/relationships/notesMaster" Target="/ppt/notesMasters/notesMaster1.xml" Id="Rbdbad642e0154e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01da8d7564ad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84ce4b357814a87" /><Relationship Type="http://schemas.openxmlformats.org/officeDocument/2006/relationships/slideLayout" Target="/ppt/slideLayouts/slideLayout2.xml" Id="Rddc3227e9dbd43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c3227e9dbd43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d4d0ab1c97490d" /><Relationship Type="http://schemas.openxmlformats.org/officeDocument/2006/relationships/image" Target="/ppt/media/image.bin" Id="Rf78700702a674cd3" /><Relationship Type="http://schemas.openxmlformats.org/officeDocument/2006/relationships/notesSlide" Target="/ppt/notesSlides/notesSlide1.xml" Id="R4b3d2267ec9d4d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19966f18624d80" /><Relationship Type="http://schemas.openxmlformats.org/officeDocument/2006/relationships/notesSlide" Target="/ppt/notesSlides/notesSlide2.xml" Id="R7fe9072a94d04e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5f0682036c40e8" /><Relationship Type="http://schemas.openxmlformats.org/officeDocument/2006/relationships/image" Target="/ppt/media/image.jpeg" Id="Rf397f14fcf1a41c5" /><Relationship Type="http://schemas.openxmlformats.org/officeDocument/2006/relationships/notesSlide" Target="/ppt/notesSlides/notesSlide3.xml" Id="R380cb75ccbcd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1945fb3cb749d3" /><Relationship Type="http://schemas.openxmlformats.org/officeDocument/2006/relationships/image" Target="/ppt/media/image2.jpeg" Id="Rffc6219b6f6e4782" /><Relationship Type="http://schemas.openxmlformats.org/officeDocument/2006/relationships/image" Target="/ppt/media/image3.jpeg" Id="R574cb549e79849e9" /><Relationship Type="http://schemas.openxmlformats.org/officeDocument/2006/relationships/notesSlide" Target="/ppt/notesSlides/notesSlide4.xml" Id="Rdb6dc81c6bb34a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34371819814d40" /><Relationship Type="http://schemas.openxmlformats.org/officeDocument/2006/relationships/image" Target="/ppt/media/image4.jpeg" Id="R9c7372ae61f8487c" /><Relationship Type="http://schemas.openxmlformats.org/officeDocument/2006/relationships/notesSlide" Target="/ppt/notesSlides/notesSlide5.xml" Id="R72f83c1bf012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d41cc284e41aa" /><Relationship Type="http://schemas.openxmlformats.org/officeDocument/2006/relationships/image" Target="/ppt/media/image5.jpeg" Id="Rbcfe3e8a66ce48f2" /><Relationship Type="http://schemas.openxmlformats.org/officeDocument/2006/relationships/notesSlide" Target="/ppt/notesSlides/notesSlide6.xml" Id="Rbf11c1a41e5a4a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50c0c39fe4d46" /><Relationship Type="http://schemas.openxmlformats.org/officeDocument/2006/relationships/notesSlide" Target="/ppt/notesSlides/notesSlide7.xml" Id="R347454b832c54e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6d673f8e9a4061" /><Relationship Type="http://schemas.openxmlformats.org/officeDocument/2006/relationships/image" Target="/ppt/media/image2.bin" Id="R5c37abd5967d4b5c" /><Relationship Type="http://schemas.openxmlformats.org/officeDocument/2006/relationships/notesSlide" Target="/ppt/notesSlides/notesSlide8.xml" Id="R71a96285337b4d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F8E82-E7FC-4863-867B-C6E91FC5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4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5F2F0-CCF4-4D10-9614-3CE5A27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0404"/>
              </a:gs>
              <a:gs pos="48000">
                <a:srgbClr val="07080B"/>
              </a:gs>
              <a:gs pos="100000">
                <a:srgbClr val="101622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6FAA3-B096-4DBD-A633-7AB03AE3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GEMMA 4 GOOD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B5C08-1891-4316-9F33-C4D9B34B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54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SignalPack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EA49D-0A11-4364-98D9-821B5C4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22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AI emergency alerts and Crisis Packets powered by Gemma 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05C71-0FC9-4FF3-916D-5E0315C1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>
              <a:alpha val="9412"/>
            </a:srgbClr>
          </a:solidFill>
          <a:ln xmlns:a="http://schemas.openxmlformats.org/drawingml/2006/main" w="9525">
            <a:solidFill>
              <a:srgbClr val="00E6FF">
                <a:alpha val="3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63DB7-973A-4CE7-A97B-7893568F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TRUSTED ALERTS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6106B-0030-44DA-9522-DF89774E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13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>
              <a:alpha val="9412"/>
            </a:srgbClr>
          </a:solidFill>
          <a:ln xmlns:a="http://schemas.openxmlformats.org/drawingml/2006/main" w="9525">
            <a:solidFill>
              <a:srgbClr val="2563FF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18638-66A3-4F15-8849-14997392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57550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2563FF"/>
                </a:solidFill>
                <a:latin typeface="JetBrains Mono"/>
                <a:ea typeface="JetBrains Mono"/>
                <a:cs typeface="JetBrains Mono"/>
              </a:rPr>
              <a:t>STRUCTURED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27A7C-6A05-449D-8407-4823291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1F">
              <a:alpha val="9412"/>
            </a:srgbClr>
          </a:solidFill>
          <a:ln xmlns:a="http://schemas.openxmlformats.org/drawingml/2006/main" w="9525">
            <a:solidFill>
              <a:srgbClr val="FF9A1F">
                <a:alpha val="3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7BE82-6800-4347-ABA5-20209F36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575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rPr>
              <a:t>HUMAN REVIEW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700702a674cd3"/>
          <a:stretch xmlns:a="http://schemas.openxmlformats.org/drawingml/2006/main"/>
        </p:blipFill>
        <p:spPr>
          <a:xfrm xmlns:a="http://schemas.openxmlformats.org/drawingml/2006/main">
            <a:off x="6191250" y="1864519"/>
            <a:ext cx="4953000" cy="278606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3D0D5-61D9-48DE-8236-EBEA95A4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pixek.xyz/signalpack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217F4-F02E-4AB5-A28D-613BC70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rPr>
              <a:t>SignalPack / Gemma 4 Good Hackathon / 01</a:t>
            </a:r>
          </a:p>
        </p:txBody>
      </p:sp>
    </p:spTree>
    <p:extLst>
      <p:ext uri="{BB962C8B-B14F-4D97-AF65-F5344CB8AC3E}">
        <p14:creationId xmlns:p14="http://schemas.microsoft.com/office/powerpoint/2010/main" val="19224931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3BC99C-C5F5-4241-9A5C-670280DB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4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F0B2C-7792-461B-A8A6-537FB0C7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0404"/>
              </a:gs>
              <a:gs pos="48000">
                <a:srgbClr val="07080B"/>
              </a:gs>
              <a:gs pos="100000">
                <a:srgbClr val="101622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78FE0-49C5-49F7-822E-06F3188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E59E5-423B-49B8-AB8D-456B2B1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405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The first report is usually messy.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0236F-5BF1-4D61-AE6B-33F61218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76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87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Emergency reporting assumes calm users, complete forms, and stable conditions. Real moments are partial, rushed, and high-pressure.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1086E-A9D3-48EB-B483-DE5B4298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582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>
              <a:alpha val="80000"/>
            </a:srgbClr>
          </a:solidFill>
          <a:ln xmlns:a="http://schemas.openxmlformats.org/drawingml/2006/main" w="11430">
            <a:solidFill>
              <a:srgbClr val="3138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B5E84-031A-4879-B222-1F1E41FF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rPr>
              <a:t>FRAGMENTS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ED5B4-ADA7-484F-98CA-AC0C6219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52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People send short, emotional pieces of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1FFBD-AEB3-4ADB-9735-F5387EC2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582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>
              <a:alpha val="80000"/>
            </a:srgbClr>
          </a:solidFill>
          <a:ln xmlns:a="http://schemas.openxmlformats.org/drawingml/2006/main" w="11430">
            <a:solidFill>
              <a:srgbClr val="3138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F0667-4FC9-4EB0-B2DA-FBC4F499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rPr>
              <a:t>MISSING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1B942-B04F-45D2-AACF-3CD6FAAC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95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Risk, location, hazards, and uncertainty are often incomplete.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D36D6-920D-4622-BE67-6EE4B3CB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582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>
              <a:alpha val="80000"/>
            </a:srgbClr>
          </a:solidFill>
          <a:ln xmlns:a="http://schemas.openxmlformats.org/drawingml/2006/main" w="11430">
            <a:solidFill>
              <a:srgbClr val="3138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F43E4-9DB7-4188-A43B-91BD415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82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rPr>
              <a:t>SHARE 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0372E-6D63-422F-922E-484F69FD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387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Contacts need a concise report they can act on quickly.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9A832-77B6-4E15-9E93-03934673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47750"/>
            <a:ext cx="3333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73333"/>
            </a:srgbClr>
          </a:solidFill>
          <a:ln xmlns:a="http://schemas.openxmlformats.org/drawingml/2006/main" w="11430">
            <a:solidFill>
              <a:srgbClr val="00E6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201E0-D1BA-4FC2-99E2-55E7CF70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24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"Water entered the ground floor. Two elderly people are inside. Exit may be blocked."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D77B7-14AD-4E6A-8B89-982FFD3A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E6FF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0">
                <a:solidFill>
                  <a:srgbClr val="00E6FF"/>
                </a:solidFill>
                <a:latin typeface="General Sans"/>
                <a:ea typeface="General Sans"/>
                <a:cs typeface="General Sans"/>
              </a:rPr>
              <a:t>Raw signal, not a report.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86206-6BC2-49E0-AAF6-D76619D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rPr>
              <a:t>SignalPack / Gemma 4 Good Hackathon / 02</a:t>
            </a:r>
          </a:p>
        </p:txBody>
      </p:sp>
    </p:spTree>
    <p:extLst>
      <p:ext uri="{BB962C8B-B14F-4D97-AF65-F5344CB8AC3E}">
        <p14:creationId xmlns:p14="http://schemas.microsoft.com/office/powerpoint/2010/main" val="20710601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05331-1A80-4C58-A42E-A82D5DD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4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D58D5-ADCD-42AB-97AA-EEBC1EB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0404"/>
              </a:gs>
              <a:gs pos="48000">
                <a:srgbClr val="07080B"/>
              </a:gs>
              <a:gs pos="100000">
                <a:srgbClr val="101622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43B95-F70B-4A17-82FC-5757077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E6C5C-178C-44D3-A120-490AD971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33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Capture what you can. Gemma 4 structures the rest.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7f14fcf1a41c5"/>
          <a:srcRect xmlns:a="http://schemas.openxmlformats.org/drawingml/2006/main" l="0" t="5026" r="0" b="5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905000"/>
            <a:ext cx="71247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3CB22-F7EC-432C-8378-B4230627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2880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>
              <a:alpha val="86667"/>
            </a:srgbClr>
          </a:solidFill>
          <a:ln xmlns:a="http://schemas.openxmlformats.org/drawingml/2006/main" w="11430">
            <a:solidFill>
              <a:srgbClr val="9059F3">
                <a:alpha val="3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866BE-3F78-41CC-BAB4-B08DD46B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96178-0463-479E-8DCA-A85520B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Quick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EF570-5888-4B02-B0C9-5B45C37C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59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C5F41-2BF5-45DA-890F-78676139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47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Gemma 4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7A07D-78F9-4C35-BCB2-F7FCBC90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08094-7D7E-44A0-96D3-EFC16B41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43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Critical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F3FE4-9639-4967-BEBA-58D52C36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C9B2A-6605-4FDB-9717-FF74A7A8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Crisis Packet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144EC-BF63-4264-9EDC-0C3B2C94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EC5BB-19EC-4314-BE05-5B0C2CBF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Share / Save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ACC4B-6CC9-41AF-81F4-725E88C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A working path from signal to action, not a static checklist.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8C7CF-1F0C-4F0B-B88A-62EFBBC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rPr>
              <a:t>SignalPack / Gemma 4 Good Hackathon / 03</a:t>
            </a:r>
          </a:p>
        </p:txBody>
      </p:sp>
    </p:spTree>
    <p:extLst>
      <p:ext uri="{BB962C8B-B14F-4D97-AF65-F5344CB8AC3E}">
        <p14:creationId xmlns:p14="http://schemas.microsoft.com/office/powerpoint/2010/main" val="12797930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DAAF2-4AA3-4614-B727-22E1811F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4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EFF50-7B25-4ABB-BD0A-B96E5541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0404"/>
              </a:gs>
              <a:gs pos="48000">
                <a:srgbClr val="07080B"/>
              </a:gs>
              <a:gs pos="100000">
                <a:srgbClr val="101622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9BD87-A2FE-46E6-8AB5-E68B2C10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MOBILE-FIRST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1885E-8D8F-400C-8891-C0C2CD66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666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375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Designed for one-handed capture.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6219b6f6e4782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704850"/>
            <a:ext cx="2228850" cy="48196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cb549e79849e9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1150" y="704850"/>
            <a:ext cx="2228850" cy="4819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40721-0243-46D1-B11D-EE471AAB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52578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>
              <a:alpha val="80000"/>
            </a:srgbClr>
          </a:solidFill>
          <a:ln xmlns:a="http://schemas.openxmlformats.org/drawingml/2006/main" w="11430">
            <a:solidFill>
              <a:srgbClr val="00E6FF">
                <a:alpha val="2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48FB3-617A-4623-B651-DB9E93D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324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255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In stress, the UI has to get out of the way.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484F9-4B6D-48C6-9E33-3312748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7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Start Alert, Rapid Packet, photo, audio, message, and local context are all reachable from the first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C2913-484B-4969-8832-0B274502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rPr>
              <a:t>SignalPack / Gemma 4 Good Hackathon / 04</a:t>
            </a:r>
          </a:p>
        </p:txBody>
      </p:sp>
    </p:spTree>
    <p:extLst>
      <p:ext uri="{BB962C8B-B14F-4D97-AF65-F5344CB8AC3E}">
        <p14:creationId xmlns:p14="http://schemas.microsoft.com/office/powerpoint/2010/main" val="3449892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EDC8E-09EC-4625-86E1-E24CA08F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4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8DB1E-A985-4FEE-B9F2-3EF60D36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0404"/>
              </a:gs>
              <a:gs pos="48000">
                <a:srgbClr val="07080B"/>
              </a:gs>
              <a:gs pos="100000">
                <a:srgbClr val="101622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C3DD1-2C4C-48F9-B32A-4CF28063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GEMMA 4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D512A-CCB0-4744-9950-DE757D01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345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Gemma 4 turns incomplete signals into structured reasoning.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372ae61f8487c"/>
          <a:srcRect xmlns:a="http://schemas.openxmlformats.org/drawingml/2006/main" l="0" t="205" r="0" b="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90600"/>
            <a:ext cx="2381250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70405-EA6C-4683-9FF3-D48B6555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66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80000"/>
            </a:srgbClr>
          </a:solidFill>
          <a:ln xmlns:a="http://schemas.openxmlformats.org/drawingml/2006/main" w="11430">
            <a:solidFill>
              <a:srgbClr val="9059F3">
                <a:alpha val="3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22431-9B3B-478A-BE98-032EEC64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Incident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77976-FEBC-4EAB-97A8-26373CE5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1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Detect likely emergency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03D9A-410B-49A3-9B84-E69BABFA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266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80000"/>
            </a:srgbClr>
          </a:solidFill>
          <a:ln xmlns:a="http://schemas.openxmlformats.org/drawingml/2006/main" w="11430">
            <a:solidFill>
              <a:srgbClr val="9059F3">
                <a:alpha val="3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93683-0D9A-4E88-8A0E-ADDEB2AB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Risk extraction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C6981-6A7E-4963-90E9-5426AE9A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14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1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People, hazards, uncertainty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A6C81-0747-4BD2-A4C2-28D32E16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66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80000"/>
            </a:srgbClr>
          </a:solidFill>
          <a:ln xmlns:a="http://schemas.openxmlformats.org/drawingml/2006/main" w="11430">
            <a:solidFill>
              <a:srgbClr val="9059F3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4C495-E5D9-4206-BC5A-8672B538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Clarification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38865-B271-4D64-A238-5085E44A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1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Ask only critical missing details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AF91E-A530-4780-A582-A19923B2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266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80000"/>
            </a:srgbClr>
          </a:solidFill>
          <a:ln xmlns:a="http://schemas.openxmlformats.org/drawingml/2006/main" w="11430">
            <a:solidFill>
              <a:srgbClr val="FF9A1F">
                <a:alpha val="3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0AD6C-0F6C-4FC4-9E75-5B6AB1DA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00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Traceability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4A1A5-284B-461D-9DD7-2DDB14A7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43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12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Provider, model, fallback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A9084-52AD-4465-B685-AEEB30F1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9A1F"/>
                </a:solidFill>
                <a:latin typeface="General Sans"/>
                <a:ea typeface="General Sans"/>
                <a:cs typeface="General Sans"/>
              </a:defRPr>
            </a:pPr>
            <a:r>
              <a:rPr sz="1650" b="0">
                <a:solidFill>
                  <a:srgbClr val="FF9A1F"/>
                </a:solidFill>
                <a:latin typeface="General Sans"/>
                <a:ea typeface="General Sans"/>
                <a:cs typeface="General Sans"/>
              </a:rPr>
              <a:t>Fallback is marked. It is never presented as model output.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50627-7564-4BB9-B1D7-23C79A0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rPr>
              <a:t>SignalPack / Gemma 4 Good Hackathon / 05</a:t>
            </a:r>
          </a:p>
        </p:txBody>
      </p:sp>
    </p:spTree>
    <p:extLst>
      <p:ext uri="{BB962C8B-B14F-4D97-AF65-F5344CB8AC3E}">
        <p14:creationId xmlns:p14="http://schemas.microsoft.com/office/powerpoint/2010/main" val="1275752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FF2F1-694B-4166-9E32-3A73E52E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4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8BA42-0FFE-42B1-A496-2589578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0404"/>
              </a:gs>
              <a:gs pos="48000">
                <a:srgbClr val="07080B"/>
              </a:gs>
              <a:gs pos="100000">
                <a:srgbClr val="101622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5E40B-14F6-483A-8773-DF743F11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CRISIS PACKET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4920F-2B47-44FF-A7C2-BF8DDC66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36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The output is a usable object, not just an answer.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e3e8a66ce48f2"/>
          <a:srcRect xmlns:a="http://schemas.openxmlformats.org/drawingml/2006/main" l="0" t="4974" r="0" b="49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47850"/>
            <a:ext cx="6743700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32516-3E4E-47AD-BCD9-66DFCDA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304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>
              <a:alpha val="86667"/>
            </a:srgbClr>
          </a:solidFill>
          <a:ln xmlns:a="http://schemas.openxmlformats.org/drawingml/2006/main" w="11430">
            <a:solidFill>
              <a:srgbClr val="00E6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06CEC-EE96-4C34-BB0D-5C8C3B58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B2E10-EC19-41E8-AC68-28081D3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Severity +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B9190-EB77-48EB-8151-D23FCDB0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8DECA-8404-433C-B69C-8830AC30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Safety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F1286-221C-46D7-BD06-7554A143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5FAB5-CF63-40B9-B8BA-A5A049E4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Immediate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7E3A0-C48B-457A-B7C7-CF96DA7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4BAB6-006A-4DB6-8C4A-34638AD9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Structured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B2BDA-9D92-4109-802D-128EF190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C7ABA-A40D-47B4-B715-B0E2DCA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WhatsApp / email / native share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CAA35-9DFB-4C64-A7AB-83093329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3023F-956B-4351-93A3-5624648B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275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PDF / Markdown / JSON 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A687F-73B9-4725-A392-484DBB4E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53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9A1F"/>
                </a:solidFill>
                <a:latin typeface="General Sans"/>
                <a:ea typeface="General Sans"/>
                <a:cs typeface="General Sans"/>
              </a:defRPr>
            </a:pPr>
            <a:r>
              <a:rPr sz="1800" b="0">
                <a:solidFill>
                  <a:srgbClr val="FF9A1F"/>
                </a:solidFill>
                <a:latin typeface="General Sans"/>
                <a:ea typeface="General Sans"/>
                <a:cs typeface="General Sans"/>
              </a:rPr>
              <a:t>Review before sharing.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A3E5D-BAF6-418A-A7BB-5173FE2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rPr>
              <a:t>SignalPack / Gemma 4 Good Hackathon / 06</a:t>
            </a:r>
          </a:p>
        </p:txBody>
      </p:sp>
    </p:spTree>
    <p:extLst>
      <p:ext uri="{BB962C8B-B14F-4D97-AF65-F5344CB8AC3E}">
        <p14:creationId xmlns:p14="http://schemas.microsoft.com/office/powerpoint/2010/main" val="1567429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1F93D9-5B49-4B68-A56F-ACC00542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4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00E96-6C58-4476-95F4-027D048A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0404"/>
              </a:gs>
              <a:gs pos="48000">
                <a:srgbClr val="07080B"/>
              </a:gs>
              <a:gs pos="100000">
                <a:srgbClr val="101622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70794-718C-482F-9C05-CD82BE45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TECHNICAL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C4315-60FC-488F-AC22-AB5F7CB1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375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API-first demo. Local-first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969D3-3E19-4541-8F8F-FB78038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86667"/>
            </a:srgbClr>
          </a:solidFill>
          <a:ln xmlns:a="http://schemas.openxmlformats.org/drawingml/2006/main" w="11430">
            <a:solidFill>
              <a:srgbClr val="00E6FF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AD2CC-61E8-48A4-9568-D25A4D6D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425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React PWA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23C2E-7A4B-4431-95F2-C72893BE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0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Mobile-first dashboard and installable browser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15D37-CE48-4352-96F8-B6E05194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431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86667"/>
            </a:srgbClr>
          </a:solidFill>
          <a:ln xmlns:a="http://schemas.openxmlformats.org/drawingml/2006/main" w="11430">
            <a:solidFill>
              <a:srgbClr val="2563FF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02549-A6DB-4D2B-9A57-3442933C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425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Capture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8EF4B-5BA4-4EF5-AB77-ABF84D04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0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Text, photo, audio, and GPS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413D0-584F-4F0C-B51A-03FC053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431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86667"/>
            </a:srgbClr>
          </a:solidFill>
          <a:ln xmlns:a="http://schemas.openxmlformats.org/drawingml/2006/main" w="11430">
            <a:solidFill>
              <a:srgbClr val="9059F3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30C04-8F24-40BB-9BF8-B8A9E72E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425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Gemma 4 Provider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54B18-CB87-4FD5-8A77-4E7DBB0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0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OpenRouter + @preset/signalpack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23514-31FB-4902-83DB-D270BE70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431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2">
              <a:alpha val="86667"/>
            </a:srgbClr>
          </a:solidFill>
          <a:ln xmlns:a="http://schemas.openxmlformats.org/drawingml/2006/main" w="11430">
            <a:solidFill>
              <a:srgbClr val="FF9A1F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51962-8709-4AF4-9F22-E8A98B42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425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Crisis Packet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40D24-1D1E-420D-92C0-6077A11E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0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Schema, AI trace, sources, fallback flag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FE463-968A-4330-8F4D-67040D8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43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B0FAD-B34B-4CCF-B9A6-5BE85228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9F8E4-8949-4E84-B8A9-1761CD52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FBE441-1118-4C2C-BE6E-56B71613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48150"/>
            <a:ext cx="438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>
              <a:alpha val="86667"/>
            </a:srgbClr>
          </a:solidFill>
          <a:ln xmlns:a="http://schemas.openxmlformats.org/drawingml/2006/main" w="11430">
            <a:solidFill>
              <a:srgbClr val="00E6FF">
                <a:alpha val="3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72A5B-D76C-43F1-9DD2-3D0A2810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15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Share /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5AB2F-FE6F-4DD0-A27C-3954E86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20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WhatsApp · email · PDF · Markdown ·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2A50D-1D2D-4945-9316-F477C0E5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575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Public repo ships without secrets. Hosted demo can inject a restricted key. Users can bring their own OpenRouter key.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38603-02A6-4D9E-B710-82CC29BC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rPr>
              <a:t>SignalPack / Gemma 4 Good Hackathon / 07</a:t>
            </a:r>
          </a:p>
        </p:txBody>
      </p:sp>
    </p:spTree>
    <p:extLst>
      <p:ext uri="{BB962C8B-B14F-4D97-AF65-F5344CB8AC3E}">
        <p14:creationId xmlns:p14="http://schemas.microsoft.com/office/powerpoint/2010/main" val="16097107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8CB980-9054-4647-B900-D1A0D262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4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9DC3C-8CDB-48E5-A041-3E0DF0B8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0404"/>
              </a:gs>
              <a:gs pos="48000">
                <a:srgbClr val="07080B"/>
              </a:gs>
              <a:gs pos="100000">
                <a:srgbClr val="101622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C8DAA-5BFB-4D9D-B739-D968180F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4F095-3C1D-4903-B433-7E041623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3900" b="1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Global resilience needs clear, trusted alerts.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DCCEF-27F8-418B-8C63-97B3594A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210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SignalPack helps ordinary people communicate clearly during emergencies while keeping review, uncertainty, and safety boundaries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27081-DB66-4F74-9524-5D35ED65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FF">
              <a:alpha val="9412"/>
            </a:srgbClr>
          </a:solidFill>
          <a:ln xmlns:a="http://schemas.openxmlformats.org/drawingml/2006/main" w="9525">
            <a:solidFill>
              <a:srgbClr val="00E6FF">
                <a:alpha val="3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8C06-0420-41BA-A449-D53B695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00E6FF"/>
                </a:solidFill>
                <a:latin typeface="JetBrains Mono"/>
                <a:ea typeface="JetBrains Mono"/>
                <a:cs typeface="JetBrains Mono"/>
              </a:rPr>
              <a:t>GLOBAL RESILIENCE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6D444-379F-4D47-9111-4AD9739B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1F">
              <a:alpha val="9412"/>
            </a:srgbClr>
          </a:solidFill>
          <a:ln xmlns:a="http://schemas.openxmlformats.org/drawingml/2006/main" w="9525">
            <a:solidFill>
              <a:srgbClr val="FF9A1F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DF1C6-BA6D-4AB6-AF31-27E33EDF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9A1F"/>
                </a:solidFill>
                <a:latin typeface="JetBrains Mono"/>
                <a:ea typeface="JetBrains Mono"/>
                <a:cs typeface="JetBrains Mono"/>
              </a:rPr>
              <a:t>SAFETY &amp;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1F772-697C-4BB5-8A32-2D39C5F2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59F3">
              <a:alpha val="9412"/>
            </a:srgbClr>
          </a:solidFill>
          <a:ln xmlns:a="http://schemas.openxmlformats.org/drawingml/2006/main" w="9525">
            <a:solidFill>
              <a:srgbClr val="9059F3">
                <a:alpha val="3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5B3AC-ABB0-422E-81A7-C6C30907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059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9059F3"/>
                </a:solidFill>
                <a:latin typeface="JetBrains Mono"/>
                <a:ea typeface="JetBrains Mono"/>
                <a:cs typeface="JetBrains Mono"/>
              </a:rPr>
              <a:t>GEMMA 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7abd5967d4b5c"/>
          <a:stretch xmlns:a="http://schemas.openxmlformats.org/drawingml/2006/main"/>
        </p:blipFill>
        <p:spPr>
          <a:xfrm xmlns:a="http://schemas.openxmlformats.org/drawingml/2006/main">
            <a:off x="7239000" y="1707952"/>
            <a:ext cx="3714750" cy="208954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B73A2-5327-4F29-A916-3D76FC0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defRPr>
            </a:pPr>
            <a:r>
              <a:rPr sz="2400" b="0">
                <a:solidFill>
                  <a:srgbClr val="F2F2F1"/>
                </a:solidFill>
                <a:latin typeface="General Sans"/>
                <a:ea typeface="General Sans"/>
                <a:cs typeface="General Sans"/>
              </a:rPr>
              <a:t>Trusted alerts. Structured action. Powered by Gemma 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A0A1E-7F5D-4FEC-AFB6-71DE8F0D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defRPr>
            </a:pPr>
            <a:r>
              <a:rPr sz="1350" b="0">
                <a:solidFill>
                  <a:srgbClr val="8A8F98"/>
                </a:solidFill>
                <a:latin typeface="General Sans"/>
                <a:ea typeface="General Sans"/>
                <a:cs typeface="General Sans"/>
              </a:rPr>
              <a:t>Demo: pixek.xyz/signalpack  ·  GitHub: github.com/git-clowie/signalpack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85D00-F796-42BC-9292-417860DA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A8F98">
                    <a:alpha val="53333"/>
                  </a:srgbClr>
                </a:solidFill>
                <a:latin typeface="JetBrains Mono"/>
                <a:ea typeface="JetBrains Mono"/>
                <a:cs typeface="JetBrains Mono"/>
              </a:rPr>
              <a:t>SignalPack / Gemma 4 Good Hackathon / 08</a:t>
            </a:r>
          </a:p>
        </p:txBody>
      </p:sp>
    </p:spTree>
    <p:extLst>
      <p:ext uri="{BB962C8B-B14F-4D97-AF65-F5344CB8AC3E}">
        <p14:creationId xmlns:p14="http://schemas.microsoft.com/office/powerpoint/2010/main" val="182943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2026-05-17T17:50:55.2370000Z</dcterms:created>
  <dcterms:modified xsi:type="dcterms:W3CDTF">2026-05-17T17:50:55.2370000Z</dcterms:modified>
</coreProperties>
</file>